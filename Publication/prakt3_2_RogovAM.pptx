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6" r:id="rId2"/>
    <p:sldId id="257" r:id="rId3"/>
    <p:sldId id="258" r:id="rId4"/>
    <p:sldId id="268" r:id="rId5"/>
    <p:sldId id="269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83" d="100"/>
          <a:sy n="83" d="100"/>
        </p:scale>
        <p:origin x="59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923F103-BC34-4FE4-A40E-EDDEECFDA5D0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73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73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82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96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58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12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43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95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039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9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164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BE451C3-0FF4-47C4-B829-773ADF60F88C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AD094-9974-48CB-9B5C-99B77A705C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Приложение «Фильмы»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6E2771-6C74-405F-8525-234C9388CB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Рогов Андрей пр-31</a:t>
            </a:r>
          </a:p>
        </p:txBody>
      </p:sp>
    </p:spTree>
    <p:extLst>
      <p:ext uri="{BB962C8B-B14F-4D97-AF65-F5344CB8AC3E}">
        <p14:creationId xmlns:p14="http://schemas.microsoft.com/office/powerpoint/2010/main" val="993311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80F4E-237D-40C6-B301-2036D0536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941" y="1317332"/>
            <a:ext cx="6307753" cy="706964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Структура классов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206221-9C85-4CF0-94D9-7B23FB925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57" y="2171699"/>
            <a:ext cx="5261656" cy="4212771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AA3C4F-EC2F-BC8F-4284-030AE5A5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77" y="1454339"/>
            <a:ext cx="3486637" cy="5077534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91AD73-F6DE-2DF5-10F1-941A768DF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614" y="4264607"/>
            <a:ext cx="3019846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2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8CF92-5FC4-4BFA-A9F4-DDACD1F80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939" y="989996"/>
            <a:ext cx="6498771" cy="706964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B7BB24-274C-4DF2-9341-1689056A6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339" y="1886887"/>
            <a:ext cx="6127070" cy="3416300"/>
          </a:xfrm>
        </p:spPr>
        <p:txBody>
          <a:bodyPr/>
          <a:lstStyle/>
          <a:p>
            <a:r>
              <a:rPr lang="ru-RU" dirty="0"/>
              <a:t>На первом Идёт вход в приложение и идёт проверка в двух </a:t>
            </a:r>
            <a:r>
              <a:rPr lang="en-US" dirty="0" err="1"/>
              <a:t>edittext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Если поля были пустые то выведет ошибку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EC0335-F54C-6A5C-A502-4B942CA2B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14" y="800069"/>
            <a:ext cx="5940425" cy="335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1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30E8D-3571-152A-1106-58A170C36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02AA1-F9FD-D98B-0EE5-906D6E6D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939" y="989996"/>
            <a:ext cx="6498771" cy="706964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C9AA6E-975F-856B-B9B8-7483E52E0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339" y="1886887"/>
            <a:ext cx="6127070" cy="3416300"/>
          </a:xfrm>
        </p:spPr>
        <p:txBody>
          <a:bodyPr/>
          <a:lstStyle/>
          <a:p>
            <a:r>
              <a:rPr lang="ru-RU" dirty="0"/>
              <a:t>На втором экране реализован просмотр карточек фильмов и выборка по жанру, так же просмотр дополнительной информации о фильмах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E027FB-1D9F-E41A-F3A2-BF08ECD83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14" y="798715"/>
            <a:ext cx="5940425" cy="335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81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608B4-3FDD-6013-F843-91F5AABD0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5DDB2-A1F7-AF7E-427F-D4ACDFB6E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939" y="989996"/>
            <a:ext cx="6498771" cy="706964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07F30D-47F6-1D54-B1F0-C8C637261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339" y="1886887"/>
            <a:ext cx="6127070" cy="3416300"/>
          </a:xfrm>
        </p:spPr>
        <p:txBody>
          <a:bodyPr/>
          <a:lstStyle/>
          <a:p>
            <a:r>
              <a:rPr lang="ru-RU" dirty="0"/>
              <a:t>Фрагмент открывающийся поверх с информацией о фильме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D184D1-BA97-BDFD-FE8B-15EAFC981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14" y="802958"/>
            <a:ext cx="5940425" cy="362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37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4C374-CB49-FBBB-6D82-11B4771A3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4F431-D6B3-C7ED-FA90-968318CA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49" y="842214"/>
            <a:ext cx="6498771" cy="706964"/>
          </a:xfrm>
        </p:spPr>
        <p:txBody>
          <a:bodyPr>
            <a:normAutofit fontScale="90000"/>
          </a:bodyPr>
          <a:lstStyle/>
          <a:p>
            <a:r>
              <a:rPr lang="ru-RU" dirty="0"/>
              <a:t>БИБЛИОТЕКИ ПРОЕКТА</a:t>
            </a: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11564E-8B12-0F48-B7FD-4F6A13D9C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9" y="1720891"/>
            <a:ext cx="5876141" cy="20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07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7446-BCBB-3C55-024A-AA7ECDCC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51128-4114-B4B5-9FDC-DC1A020A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49" y="980760"/>
            <a:ext cx="6498771" cy="706964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ПРОИЗВОДИТЕЛЬНОСТЬ ПРИЛОЖЕНИЯ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96AC3B-67B0-FDA7-ADC6-4A38F9E11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9" y="2047821"/>
            <a:ext cx="9593014" cy="117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343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88</TotalTime>
  <Words>66</Words>
  <Application>Microsoft Office PowerPoint</Application>
  <PresentationFormat>Широкоэкранный</PresentationFormat>
  <Paragraphs>11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Calibri</vt:lpstr>
      <vt:lpstr>Tw Cen MT</vt:lpstr>
      <vt:lpstr>Tw Cen MT Condensed</vt:lpstr>
      <vt:lpstr>Wingdings 3</vt:lpstr>
      <vt:lpstr>Интеграл</vt:lpstr>
      <vt:lpstr>Приложение «Фильмы»</vt:lpstr>
      <vt:lpstr>Структура классов проекта</vt:lpstr>
      <vt:lpstr>Реализация приложения</vt:lpstr>
      <vt:lpstr>Реализация приложения</vt:lpstr>
      <vt:lpstr>Реализация приложения</vt:lpstr>
      <vt:lpstr>БИБЛИОТЕКИ ПРОЕКТА</vt:lpstr>
      <vt:lpstr>ПРОИЗВОДИТЕЛЬНОСТЬ ПРИЛОЖЕНИЯ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Расчёт стоимости квартиры</dc:title>
  <dc:creator>305-6</dc:creator>
  <cp:lastModifiedBy>andrey rogov</cp:lastModifiedBy>
  <cp:revision>6</cp:revision>
  <dcterms:created xsi:type="dcterms:W3CDTF">2025-12-01T06:43:18Z</dcterms:created>
  <dcterms:modified xsi:type="dcterms:W3CDTF">2025-12-08T20:01:48Z</dcterms:modified>
</cp:coreProperties>
</file>